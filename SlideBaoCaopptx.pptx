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vi-V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Продажи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Lbl>
              <c:idx val="0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vi-V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Đang mượn</c:v>
                </c:pt>
                <c:pt idx="1">
                  <c:v>Đã trả</c:v>
                </c:pt>
                <c:pt idx="2">
                  <c:v>Quá hạn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</c:v>
                </c:pt>
                <c:pt idx="1">
                  <c:v>0.25</c:v>
                </c:pt>
                <c:pt idx="2">
                  <c:v>0.25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81255222356327"/>
          <c:y val="0.29249518922386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vi-V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vi-V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vi-VN" dirty="0"/>
              <a:t>Bấm để sửa kiểu tiêu đề Bản cái</a:t>
            </a:r>
            <a:endParaRPr lang="vi-VN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 dirty="0"/>
              <a:t>Bấm để chỉnh sửa kiểu tiêu đề phụ của Bản cái</a:t>
            </a:r>
            <a:endParaRPr lang="vi-VN" dirty="0"/>
          </a:p>
        </p:txBody>
      </p:sp>
      <p:sp>
        <p:nvSpPr>
          <p:cNvPr id="16" name="Chỗ dành sẵn cho Ngày tháng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17" name="Chỗ dành sẵn cho Chân trang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18" name="Chỗ dành sẵn cho Số hiệu Bản chiếu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vi-VN" dirty="0"/>
              <a:t>Bấm để chỉnh sửa tiêu đề</a:t>
            </a:r>
            <a:endParaRPr lang="vi-VN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dirty="0"/>
              <a:t>Bấm để chỉnh sửa văn bản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dirty="0"/>
              <a:t>Bấm để chỉnh sửa văn bản</a:t>
            </a:r>
            <a:endParaRPr lang="vi-VN" dirty="0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smtClean="0"/>
              <a:t>Bấm để chỉnh sửa văn bản</a:t>
            </a:r>
            <a:endParaRPr lang="vi-VN"/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Hình ảnh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vi-VN" smtClean="0"/>
              <a:t>Bấm để chỉnh sửa kiểu văn bản của Bản cái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vi-VN" smtClean="0"/>
            </a:fld>
            <a:endParaRPr lang="vi-VN" dirty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vi-VN" smtClean="0"/>
            </a:fld>
            <a:endParaRPr lang="vi-VN"/>
          </a:p>
        </p:txBody>
      </p:sp>
      <p:sp>
        <p:nvSpPr>
          <p:cNvPr id="9" name="Tiêu đề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vi-VN"/>
              <a:t>Bấm để sửa kiểu tiêu đề Bản cái</a:t>
            </a:r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vi-VN" smtClean="0"/>
              <a:t>Bấm để chỉnh sửa tiêu đề</a:t>
            </a:r>
            <a:endParaRPr lang="vi-VN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  <p:sp>
        <p:nvSpPr>
          <p:cNvPr id="7" name="Chỗ dành sẵn cho Nội dung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ản chiếu cuố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  <p:sp>
        <p:nvSpPr>
          <p:cNvPr id="2" name="Tiêu đề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vi-VN" smtClean="0"/>
              <a:t>Bấm để chỉnh sửa tiêu đề</a:t>
            </a:r>
            <a:endParaRPr lang="vi-VN"/>
          </a:p>
        </p:txBody>
      </p:sp>
      <p:sp>
        <p:nvSpPr>
          <p:cNvPr id="7" name="Chỗ dành sẵn cho Văn bản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vi-VN" dirty="0"/>
              <a:t>Bấm để sửa kiểu tiêu đề Bản cái</a:t>
            </a:r>
            <a:endParaRPr lang="vi-VN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 dirty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36525" y="294005"/>
            <a:ext cx="9799320" cy="1351280"/>
          </a:xfrm>
        </p:spPr>
        <p:txBody>
          <a:bodyPr>
            <a:normAutofit/>
          </a:bodyPr>
          <a:p>
            <a:r>
              <a:rPr lang="vi-VN" altLang="en-US" sz="320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vi-VN" sz="3200">
                <a:latin typeface="Arial" panose="020B0604020202020204" pitchFamily="34" charset="0"/>
                <a:cs typeface="Arial" panose="020B0604020202020204" pitchFamily="34" charset="0"/>
              </a:rPr>
              <a:t>hi nhận 4 l</a:t>
            </a:r>
            <a:r>
              <a:rPr lang="" altLang="en-US" sz="32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vi-VN" sz="3200">
                <a:latin typeface="Arial" panose="020B0604020202020204" pitchFamily="34" charset="0"/>
                <a:cs typeface="Arial" panose="020B0604020202020204" pitchFamily="34" charset="0"/>
              </a:rPr>
              <a:t>ợt m</a:t>
            </a:r>
            <a:r>
              <a:rPr lang="" altLang="en-US" sz="32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vi-VN" sz="3200">
                <a:latin typeface="Arial" panose="020B0604020202020204" pitchFamily="34" charset="0"/>
                <a:cs typeface="Arial" panose="020B0604020202020204" pitchFamily="34" charset="0"/>
              </a:rPr>
              <a:t>ợn s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vi-VN" sz="3200">
                <a:latin typeface="Arial" panose="020B0604020202020204" pitchFamily="34" charset="0"/>
                <a:cs typeface="Arial" panose="020B0604020202020204" pitchFamily="34" charset="0"/>
              </a:rPr>
              <a:t>ch trong Th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vi-VN" sz="3200">
                <a:latin typeface="Arial" panose="020B0604020202020204" pitchFamily="34" charset="0"/>
                <a:cs typeface="Arial" panose="020B0604020202020204" pitchFamily="34" charset="0"/>
              </a:rPr>
              <a:t>ng 10 với tỷ lệ qu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á </a:t>
            </a:r>
            <a:r>
              <a:rPr lang="en-US" altLang="vi-VN" sz="3200">
                <a:latin typeface="Arial" panose="020B0604020202020204" pitchFamily="34" charset="0"/>
                <a:cs typeface="Arial" panose="020B0604020202020204" pitchFamily="34" charset="0"/>
              </a:rPr>
              <a:t>hạn chiếm 25%.</a:t>
            </a:r>
            <a:endParaRPr lang="en-US" altLang="vi-VN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0" y="2240915"/>
            <a:ext cx="9799320" cy="820420"/>
          </a:xfrm>
        </p:spPr>
        <p:txBody>
          <a:bodyPr/>
          <a:p>
            <a:r>
              <a:rPr lang="en-US" altLang="vi-VN"/>
              <a:t>4 l</a:t>
            </a:r>
            <a:r>
              <a:rPr lang="" altLang="en-US"/>
              <a:t>ư</a:t>
            </a:r>
            <a:r>
              <a:rPr lang="en-US" altLang="vi-VN"/>
              <a:t>ợt m</a:t>
            </a:r>
            <a:r>
              <a:rPr lang="" altLang="en-US"/>
              <a:t>ư</a:t>
            </a:r>
            <a:r>
              <a:rPr lang="en-US" altLang="vi-VN"/>
              <a:t>ợn | 50% </a:t>
            </a:r>
            <a:r>
              <a:rPr lang="" altLang="en-US"/>
              <a:t>Đ</a:t>
            </a:r>
            <a:r>
              <a:rPr lang="en-US" altLang="vi-VN"/>
              <a:t>ang m</a:t>
            </a:r>
            <a:r>
              <a:rPr lang="" altLang="en-US"/>
              <a:t>ư</a:t>
            </a:r>
            <a:r>
              <a:rPr lang="en-US" altLang="vi-VN"/>
              <a:t>ợn | 25% </a:t>
            </a:r>
            <a:r>
              <a:rPr lang="" altLang="en-US"/>
              <a:t>Đ</a:t>
            </a:r>
            <a:r>
              <a:rPr lang="en-US" altLang="en-US"/>
              <a:t>ã </a:t>
            </a:r>
            <a:r>
              <a:rPr lang="en-US" altLang="vi-VN"/>
              <a:t>trả | 25% Qu</a:t>
            </a:r>
            <a:r>
              <a:rPr lang="en-US" altLang="en-US"/>
              <a:t>á </a:t>
            </a:r>
            <a:r>
              <a:rPr lang="en-US" altLang="vi-VN"/>
              <a:t>hạn</a:t>
            </a:r>
            <a:endParaRPr lang="en-US" altLang="vi-VN"/>
          </a:p>
        </p:txBody>
      </p:sp>
      <p:graphicFrame>
        <p:nvGraphicFramePr>
          <p:cNvPr id="4" name="Biểu đồ 3"/>
          <p:cNvGraphicFramePr/>
          <p:nvPr/>
        </p:nvGraphicFramePr>
        <p:xfrm>
          <a:off x="5352415" y="2574925"/>
          <a:ext cx="6839585" cy="395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Hộp văn bản 4"/>
          <p:cNvSpPr txBox="1"/>
          <p:nvPr/>
        </p:nvSpPr>
        <p:spPr>
          <a:xfrm>
            <a:off x="635" y="4058920"/>
            <a:ext cx="6541135" cy="178371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200"/>
              <a:t>Đây là </a:t>
            </a:r>
            <a:r>
              <a:rPr sz="2200"/>
              <a:t>1 slide trong tổng số tối đa 10 slides của bài thuyết trình.</a:t>
            </a:r>
            <a:endParaRPr sz="2200"/>
          </a:p>
          <a:p>
            <a:r>
              <a:rPr sz="2200"/>
              <a:t>Thời gian trình bày: Chiếm khoảng </a:t>
            </a:r>
            <a:r>
              <a:rPr sz="2200"/>
              <a:t>1 – 2 phút trong tổng thời gian thuyết trình tối đa 20 phút của toàn đội.</a:t>
            </a:r>
            <a:endParaRPr sz="2200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WPS Presentation</Application>
  <PresentationFormat>Màn hình rộng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Wingdings</vt:lpstr>
      <vt:lpstr>Times New Roman</vt:lpstr>
      <vt:lpstr>Microsoft YaHei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Ghi nhận 4 lượt mượn sách trong Tháng 10 với tỷ lệ quá hạn chiếm 25%.</dc:title>
  <dc:creator>Dell</dc:creator>
  <cp:lastModifiedBy>kien trung</cp:lastModifiedBy>
  <cp:revision>1</cp:revision>
  <dcterms:created xsi:type="dcterms:W3CDTF">2026-10-21T15:20:28Z</dcterms:created>
  <dcterms:modified xsi:type="dcterms:W3CDTF">2026-10-21T15:20:28Z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1066-12.1.0.29162</vt:lpwstr>
  </property>
  <property fmtid="{D5CDD505-2E9C-101B-9397-08002B2CF9AE}" pid="3" name="ICV">
    <vt:lpwstr>A97754EA89DE4EF29C34038F11C8DEAA_11</vt:lpwstr>
  </property>
</Properties>
</file>